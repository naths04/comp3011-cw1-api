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EventHub: Event &amp; RSVP Management API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COMP3011 Coursework 1 – Oral Examination</a:t>
            </a:r>
          </a:p>
          <a:p/>
          <a:p>
            <a:r>
              <a:t>Nathaniel Sebastian (sc232ns)</a:t>
            </a:r>
          </a:p>
          <a:p>
            <a:r>
              <a:t>4 February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&amp;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Event registration is a universal need for societies and organisations</a:t>
            </a:r>
          </a:p>
          <a:p>
            <a:pPr/>
            <a:r>
              <a:t>Challenge: Create, track capacity, understand attendance patterns</a:t>
            </a:r>
          </a:p>
          <a:p>
            <a:pPr/>
            <a:r>
              <a:t>Solution: RESTful API for event management with analytics</a:t>
            </a:r>
          </a:p>
          <a:p>
            <a:pPr/>
            <a:r>
              <a:t>Target Users: University societies, community organisers</a:t>
            </a:r>
          </a:p>
          <a:p>
            <a:pPr/>
            <a:r>
              <a:t>Scope: Backend API only (no frontend)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API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Events: Full CRUD with filtering, pagination, sorting</a:t>
            </a:r>
          </a:p>
          <a:p>
            <a:pPr/>
            <a:r>
              <a:t>Attendees: Registration with unique email constraint</a:t>
            </a:r>
          </a:p>
          <a:p>
            <a:pPr/>
            <a:r>
              <a:t>RSVPs: Link attendees to events (going/maybe/not_going)</a:t>
            </a:r>
          </a:p>
          <a:p>
            <a:pPr/>
            <a:r>
              <a:t>Statistics: Real-time capacity tracking per event</a:t>
            </a:r>
          </a:p>
          <a:p>
            <a:pPr/>
            <a:r>
              <a:t>Authentication: JWT-based secure access for write operations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&amp; 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Framework: FastAPI (async, automatic OpenAPI docs)</a:t>
            </a:r>
          </a:p>
          <a:p>
            <a:pPr/>
            <a:r>
              <a:t>Database: SQLite (dev) / PostgreSQL (prod) via SQLAlchemy ORM</a:t>
            </a:r>
          </a:p>
          <a:p>
            <a:pPr/>
            <a:r>
              <a:t>Migrations: Alembic for version-controlled schema changes</a:t>
            </a:r>
          </a:p>
          <a:p>
            <a:pPr/>
            <a:r>
              <a:t>Auth: JWT tokens via python-jose + pbkdf2_sha256 hashing</a:t>
            </a:r>
          </a:p>
          <a:p>
            <a:pPr/>
            <a:r>
              <a:t>Layered design: Routes → CRUD → Models → Database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Database Schema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Core Tables: users, events, attendees, rsvps</a:t>
            </a:r>
          </a:p>
          <a:p>
            <a:pPr/>
            <a:r>
              <a:t>Provenance Tables: data_sources, import_runs (novel feature)</a:t>
            </a:r>
          </a:p>
          <a:p>
            <a:pPr/>
            <a:r>
              <a:t>Key Relationships: Event → RSVPs ← Attendee (M:N)</a:t>
            </a:r>
          </a:p>
          <a:p>
            <a:pPr/>
            <a:r>
              <a:t>Constraints: Unique emails, RSVP uniqueness per event</a:t>
            </a:r>
          </a:p>
          <a:p>
            <a:pPr/>
            <a:r>
              <a:t>Event Provenance: source_id links to external datasets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Novel Feature: Data Integration &amp;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Problem: How to import external event datasets reliably?</a:t>
            </a:r>
          </a:p>
          <a:p>
            <a:pPr/>
            <a:r>
              <a:t>Solution: Idempotent import pipeline with full tracking</a:t>
            </a:r>
          </a:p>
          <a:p>
            <a:pPr/>
            <a:r>
              <a:t>DataSource table: Records origin (name, URL, license)</a:t>
            </a:r>
          </a:p>
          <a:p>
            <a:pPr/>
            <a:r>
              <a:t>ImportRun table: Logs each import (rows, errors, status)</a:t>
            </a:r>
          </a:p>
          <a:p>
            <a:pPr/>
            <a:r>
              <a:t>Script: scripts/import_dataset.py with --csv parameter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Analytics &amp;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/analytics/events/seasonality – Monthly event aggregation</a:t>
            </a:r>
          </a:p>
          <a:p>
            <a:pPr/>
            <a:r>
              <a:t>/analytics/events/trending – RSVP-based trending score</a:t>
            </a:r>
          </a:p>
          <a:p>
            <a:pPr/>
            <a:r>
              <a:t>Formula: score = (recent_rsvps × 1.5) + (total_rsvps × 0.5)</a:t>
            </a:r>
          </a:p>
          <a:p>
            <a:pPr/>
            <a:r>
              <a:t>/events/recommendations – Personalised based on history</a:t>
            </a:r>
          </a:p>
          <a:p>
            <a:pPr/>
            <a:r>
              <a:t>Cold start handling: Top upcoming events for new users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&amp; Quality Assurance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25 automated tests using pytest + TestClient</a:t>
            </a:r>
          </a:p>
          <a:p>
            <a:pPr/>
            <a:r>
              <a:t>In-memory SQLite with StaticPool for isolation</a:t>
            </a:r>
          </a:p>
          <a:p>
            <a:pPr/>
            <a:r>
              <a:t>Coverage: Auth, Events, Attendees, RSVPs, Analytics</a:t>
            </a:r>
          </a:p>
          <a:p>
            <a:pPr/>
            <a:r>
              <a:t>Both success paths and error cases (401, 404, 409, 422)</a:t>
            </a:r>
          </a:p>
          <a:p>
            <a:pPr/>
            <a:r>
              <a:t>All tests passing: pytest -q → 25 passed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Deployment on Render.com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Platform: Render.com with GitHub integration</a:t>
            </a:r>
          </a:p>
          <a:p>
            <a:pPr/>
            <a:r>
              <a:t>Auto-deploy: Push to main → automatic build &amp; deploy</a:t>
            </a:r>
          </a:p>
          <a:p>
            <a:pPr/>
            <a:r>
              <a:t>Environment: DATABASE_URL, SECRET_KEY configured</a:t>
            </a:r>
          </a:p>
          <a:p>
            <a:pPr/>
            <a:r>
              <a:t>Live URL: comp3011-cw1-api.onrender.com</a:t>
            </a:r>
          </a:p>
          <a:p>
            <a:pPr/>
            <a:r>
              <a:t>Swagger UI available at /docs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Visit /docs (Swagger UI)</a:t>
            </a:r>
          </a:p>
          <a:p>
            <a:pPr/>
            <a:r>
              <a:t>2. POST /auth/register → Create user</a:t>
            </a:r>
          </a:p>
          <a:p>
            <a:pPr/>
            <a:r>
              <a:t>3. POST /auth/login → Get JWT token</a:t>
            </a:r>
          </a:p>
          <a:p>
            <a:pPr/>
            <a:r>
              <a:t>4. POST /events → Create event (with auth)</a:t>
            </a:r>
          </a:p>
          <a:p>
            <a:pPr/>
            <a:r>
              <a:t>5. GET /analytics/events/trending → View analytics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Generative AI Usage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Primary Tool: Google Gemini (Antigravity) for coding</a:t>
            </a:r>
          </a:p>
          <a:p>
            <a:pPr/>
            <a:r>
              <a:t>Secondary: ChatGPT for feedback interpretation</a:t>
            </a:r>
          </a:p>
          <a:p>
            <a:pPr/>
            <a:r>
              <a:t>Usage: Architecture planning, scaffolding, debugging</a:t>
            </a:r>
          </a:p>
          <a:p>
            <a:pPr/>
            <a:r>
              <a:t>Critical Evaluation: Explored alternatives (JWT vs sessions)</a:t>
            </a:r>
          </a:p>
          <a:p>
            <a:pPr/>
            <a:r>
              <a:t>Full logs attached in docs/appendix_genai_logs.md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Current: Single-tenant (no role-based access)</a:t>
            </a:r>
          </a:p>
          <a:p>
            <a:pPr/>
            <a:r>
              <a:t>Current: No email verification, 30-min token expiry</a:t>
            </a:r>
          </a:p>
          <a:p>
            <a:pPr/>
            <a:r>
              <a:t>Future: PostgreSQL for production scalability</a:t>
            </a:r>
          </a:p>
          <a:p>
            <a:pPr/>
            <a:r>
              <a:t>Future: Role-based permissions (admin vs user)</a:t>
            </a:r>
          </a:p>
          <a:p>
            <a:pPr/>
            <a:r>
              <a:t>Future: Capacity enforcement &amp; email notifications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